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Face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Cast Identification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and segment faces in movie scenes for cast identification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Pause &amp; identify actors</a:t>
            </a:r>
          </a:p>
          <a:p>
            <a:r>
              <a:t>Personalized recommendations</a:t>
            </a:r>
          </a:p>
          <a:p>
            <a:r>
              <a:t>Content moderation</a:t>
            </a:r>
          </a:p>
          <a:p>
            <a:r>
              <a:t>Advertising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-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</a:t>
            </a:r>
          </a:p>
          <a:p>
            <a:r>
              <a:t>Resize to 256x256</a:t>
            </a:r>
          </a:p>
          <a:p>
            <a:r>
              <a:t>Data augmentation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U-Net with MobileNetV2 encoder</a:t>
            </a:r>
          </a:p>
          <a:p>
            <a:r>
              <a:t>Skip connections</a:t>
            </a:r>
          </a:p>
          <a:p>
            <a:r>
              <a:t>Dice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Optimizer tuning</a:t>
            </a:r>
          </a:p>
          <a:p>
            <a:r>
              <a:t>Batch size &amp; epochs</a:t>
            </a:r>
          </a:p>
          <a:p>
            <a:r>
              <a:t>Checkpoint &amp; early stopping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Dice &gt; 0.92</a:t>
            </a:r>
          </a:p>
          <a:p>
            <a:r>
              <a:t>IoU &gt; 0.88</a:t>
            </a:r>
          </a:p>
          <a:p>
            <a:r>
              <a:t>F1 Score &gt; 0.90</a:t>
            </a:r>
          </a:p>
          <a:p>
            <a:r>
              <a:t>Speed &lt; 100ms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app</a:t>
            </a:r>
          </a:p>
          <a:p>
            <a:r>
              <a:t>Image upload</a:t>
            </a:r>
          </a:p>
          <a:p>
            <a:r>
              <a:t>Real-time webcam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OpenCV</a:t>
            </a:r>
          </a:p>
          <a:p>
            <a:r>
              <a:t>TensorFlow</a:t>
            </a:r>
          </a:p>
          <a:p>
            <a:r>
              <a:t>Streamlit</a:t>
            </a:r>
          </a:p>
          <a:p>
            <a:r>
              <a:t>NumPy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segmentation</a:t>
            </a:r>
          </a:p>
          <a:p>
            <a:r>
              <a:t>Real-time performance</a:t>
            </a:r>
          </a:p>
          <a:p>
            <a:r>
              <a:t>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